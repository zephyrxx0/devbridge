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Zephyrx0	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Ayush Mahajan	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Smart Resource Allocation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On-screen Show (16:9)</PresentationFormat>
  <Paragraphs>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Ayush Mahajan</cp:lastModifiedBy>
  <cp:revision>1</cp:revision>
  <dcterms:modified xsi:type="dcterms:W3CDTF">2026-04-28T10:19:38Z</dcterms:modified>
</cp:coreProperties>
</file>